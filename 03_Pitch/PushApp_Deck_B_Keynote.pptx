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8476" y="1143000"/>
            <a:ext cx="4572000" cy="4572000"/>
          </a:xfrm>
          <a:prstGeom prst="ellipse">
            <a:avLst/>
          </a:prstGeom>
          <a:solidFill>
            <a:srgbClr val="F2765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591556" y="2148840"/>
            <a:ext cx="1005840" cy="1005840"/>
          </a:xfrm>
          <a:prstGeom prst="ellipse">
            <a:avLst/>
          </a:prstGeom>
          <a:solidFill>
            <a:srgbClr val="1C1926"/>
          </a:solidFill>
          <a:ln w="15875">
            <a:solidFill>
              <a:srgbClr val="F2765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8444" y="239572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38328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0" y="42519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A2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Imagine.  </a:t>
            </a:r>
            <a:pPr algn="ctr" indent="0" marL="0">
              <a:buNone/>
            </a:pPr>
            <a:r>
              <a:rPr lang="en-US" sz="160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Dare.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Achieve.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468880"/>
            <a:ext cx="103601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people already know</a:t>
            </a:r>
            <a:endParaRPr lang="en-US" sz="5000" dirty="0"/>
          </a:p>
          <a:p>
            <a:pPr algn="ctr" indent="0" marL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they want to become.</a:t>
            </a:r>
            <a:endParaRPr lang="en-US" sz="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468880"/>
            <a:ext cx="103601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616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hard part is
</a:t>
            </a:r>
            <a:pPr algn="ctr" indent="0" marL="0">
              <a:lnSpc>
                <a:spcPts val="5616"/>
              </a:lnSpc>
              <a:buNone/>
            </a:pPr>
            <a:r>
              <a:rPr lang="en-US" sz="520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staying on the path.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468880"/>
            <a:ext cx="103601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C7C1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So, slowly,</a:t>
            </a:r>
            <a:endParaRPr lang="en-US" sz="5000" dirty="0"/>
          </a:p>
          <a:p>
            <a:pPr algn="ctr" indent="0" marL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C7C1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they drift back.</a:t>
            </a:r>
            <a:endParaRPr lang="en-US" sz="5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640080"/>
            <a:ext cx="5486400" cy="5486400"/>
          </a:xfrm>
          <a:prstGeom prst="ellipse">
            <a:avLst/>
          </a:prstGeom>
          <a:solidFill>
            <a:srgbClr val="35B8B0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752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if something</a:t>
            </a:r>
            <a:endParaRPr lang="en-US" sz="4400" dirty="0"/>
          </a:p>
          <a:p>
            <a:pPr algn="l" indent="0" marL="0">
              <a:lnSpc>
                <a:spcPts val="4752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kept you </a:t>
            </a:r>
            <a:endParaRPr lang="en-US" sz="4400" dirty="0"/>
          </a:p>
          <a:p>
            <a:pPr algn="l" indent="0" marL="0">
              <a:lnSpc>
                <a:spcPts val="4752"/>
              </a:lnSpc>
              <a:buNone/>
            </a:pPr>
            <a:r>
              <a:rPr lang="en-US" sz="4400" b="1" dirty="0">
                <a:solidFill>
                  <a:srgbClr val="E7A2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moving?</a:t>
            </a:r>
            <a:endParaRPr lang="en-US" sz="4400" dirty="0"/>
          </a:p>
        </p:txBody>
      </p:sp>
      <p:pic>
        <p:nvPicPr>
          <p:cNvPr id="4" name="Image 0" descr="/private/tmp/claude-501/-Users-guynoiman-Documents-PushApp/0b1108c4-6b2c-4410-8703-e7ff2feb1437/scratchpad/deck/screens/screen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80000">
            <a:off x="8366760" y="777240"/>
            <a:ext cx="2437279" cy="5303520"/>
          </a:xfrm>
          <a:prstGeom prst="rect">
            <a:avLst/>
          </a:prstGeom>
          <a:effectLst>
            <a:outerShdw sx="100000" sy="100000" kx="0" ky="0" algn="bl" rotWithShape="0" blurRad="254000" dist="101600" dir="54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914400"/>
            <a:ext cx="5669280" cy="5669280"/>
          </a:xfrm>
          <a:prstGeom prst="ellipse">
            <a:avLst/>
          </a:prstGeom>
          <a:solidFill>
            <a:srgbClr val="9B7FE0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65176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 Buddy.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3794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companion that grows as you do.</a:t>
            </a:r>
            <a:endParaRPr lang="en-US" sz="1800" dirty="0"/>
          </a:p>
        </p:txBody>
      </p:sp>
      <p:pic>
        <p:nvPicPr>
          <p:cNvPr id="5" name="Image 0" descr="/private/tmp/claude-501/-Users-guynoiman-Documents-PushApp/0b1108c4-6b2c-4410-8703-e7ff2feb1437/scratchpad/deck/screens/screen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20000">
            <a:off x="8275320" y="640080"/>
            <a:ext cx="2563346" cy="5577840"/>
          </a:xfrm>
          <a:prstGeom prst="rect">
            <a:avLst/>
          </a:prstGeom>
          <a:effectLst>
            <a:outerShdw sx="100000" sy="100000" kx="0" ky="0" algn="bl" rotWithShape="0" blurRad="254000" dist="101600" dir="54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2011680"/>
            <a:ext cx="5029200" cy="5029200"/>
          </a:xfrm>
          <a:prstGeom prst="ellipse">
            <a:avLst/>
          </a:prstGeom>
          <a:solidFill>
            <a:srgbClr val="35B8B0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040880" y="1097280"/>
            <a:ext cx="47548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hatches.</a:t>
            </a:r>
            <a:endParaRPr lang="en-US" sz="4000" dirty="0"/>
          </a:p>
          <a:p>
            <a:pPr algn="l" indent="0" marL="0">
              <a:lnSpc>
                <a:spcPts val="432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grows.</a:t>
            </a:r>
            <a:endParaRPr lang="en-US" sz="4000" dirty="0"/>
          </a:p>
          <a:p>
            <a:pPr algn="l" indent="0" marL="0">
              <a:lnSpc>
                <a:spcPts val="432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celebrates</a:t>
            </a:r>
            <a:endParaRPr lang="en-US" sz="4000" dirty="0"/>
          </a:p>
          <a:p>
            <a:pPr algn="l" indent="0" marL="0">
              <a:lnSpc>
                <a:spcPts val="432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you.</a:t>
            </a:r>
            <a:endParaRPr lang="en-US" sz="4000" dirty="0"/>
          </a:p>
        </p:txBody>
      </p:sp>
      <p:pic>
        <p:nvPicPr>
          <p:cNvPr id="4" name="Image 0" descr="/private/tmp/claude-501/-Users-guynoiman-Documents-PushApp/0b1108c4-6b2c-4410-8703-e7ff2feb1437/scratchpad/deck/screens/screen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80000">
            <a:off x="1554480" y="731520"/>
            <a:ext cx="2206158" cy="4800600"/>
          </a:xfrm>
          <a:prstGeom prst="rect">
            <a:avLst/>
          </a:prstGeom>
          <a:effectLst>
            <a:outerShdw sx="100000" sy="100000" kx="0" ky="0" algn="bl" rotWithShape="0" blurRad="254000" dist="101600" dir="54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1280160"/>
            <a:ext cx="5486400" cy="5486400"/>
          </a:xfrm>
          <a:prstGeom prst="ellipse">
            <a:avLst/>
          </a:prstGeom>
          <a:solidFill>
            <a:srgbClr val="F2765E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945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circle sees it.</a:t>
            </a:r>
            <a:endParaRPr lang="en-US" sz="4000" dirty="0"/>
          </a:p>
          <a:p>
            <a:pPr algn="l" indent="0" marL="0">
              <a:lnSpc>
                <a:spcPts val="432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</a:t>
            </a:r>
            <a:endParaRPr lang="en-US" sz="4000" dirty="0"/>
          </a:p>
          <a:p>
            <a:pPr algn="l" indent="0" marL="0">
              <a:lnSpc>
                <a:spcPts val="4320"/>
              </a:lnSpc>
              <a:buNone/>
            </a:pPr>
            <a:r>
              <a:rPr lang="en-US" sz="400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cheers you on.</a:t>
            </a:r>
            <a:endParaRPr lang="en-US" sz="4000" dirty="0"/>
          </a:p>
        </p:txBody>
      </p:sp>
      <p:pic>
        <p:nvPicPr>
          <p:cNvPr id="4" name="Image 0" descr="/private/tmp/claude-501/-Users-guynoiman-Documents-PushApp/0b1108c4-6b2c-4410-8703-e7ff2feb1437/scratchpad/deck/screens/screen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80000">
            <a:off x="8412480" y="822960"/>
            <a:ext cx="2395257" cy="5212080"/>
          </a:xfrm>
          <a:prstGeom prst="rect">
            <a:avLst/>
          </a:prstGeom>
          <a:effectLst>
            <a:outerShdw sx="100000" sy="100000" kx="0" ky="0" algn="bl" rotWithShape="0" blurRad="254000" dist="101600" dir="54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14400"/>
            <a:ext cx="5486400" cy="5486400"/>
          </a:xfrm>
          <a:prstGeom prst="ellipse">
            <a:avLst/>
          </a:prstGeom>
          <a:solidFill>
            <a:srgbClr val="E7A22E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73736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536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simple loop</a:t>
            </a:r>
            <a:endParaRPr lang="en-US" sz="4200" dirty="0"/>
          </a:p>
          <a:p>
            <a:pPr algn="l" indent="0" marL="0">
              <a:lnSpc>
                <a:spcPts val="4536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 keeps you</a:t>
            </a:r>
            <a:endParaRPr lang="en-US" sz="4200" dirty="0"/>
          </a:p>
          <a:p>
            <a:pPr algn="l" indent="0" marL="0">
              <a:lnSpc>
                <a:spcPts val="4536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going.</a:t>
            </a:r>
            <a:endParaRPr lang="en-US" sz="4200" dirty="0"/>
          </a:p>
        </p:txBody>
      </p:sp>
      <p:pic>
        <p:nvPicPr>
          <p:cNvPr id="4" name="Image 0" descr="/private/tmp/claude-501/-Users-guynoiman-Documents-PushApp/0b1108c4-6b2c-4410-8703-e7ff2feb1437/scratchpad/deck/screens/screen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80000">
            <a:off x="1828800" y="777240"/>
            <a:ext cx="2437279" cy="5303520"/>
          </a:xfrm>
          <a:prstGeom prst="rect">
            <a:avLst/>
          </a:prstGeom>
          <a:effectLst>
            <a:outerShdw sx="100000" sy="100000" kx="0" ky="0" algn="bl" rotWithShape="0" blurRad="254000" dist="101600" dir="54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468880"/>
            <a:ext cx="103601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480"/>
              </a:lnSpc>
              <a:buNone/>
            </a:pPr>
            <a:r>
              <a:rPr lang="en-US" sz="600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a habit tracker.</a:t>
            </a:r>
            <a:endParaRPr lang="en-US" sz="6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468880"/>
            <a:ext cx="103601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696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platform for</a:t>
            </a:r>
            <a:endParaRPr lang="en-US" sz="6200" dirty="0"/>
          </a:p>
          <a:p>
            <a:pPr algn="ctr" indent="0" marL="0">
              <a:lnSpc>
                <a:spcPts val="6696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becoming.</a:t>
            </a:r>
            <a:endParaRPr lang="en-US" sz="6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468880"/>
            <a:ext cx="103601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752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finished journey</a:t>
            </a:r>
            <a:endParaRPr lang="en-US" sz="4400" dirty="0"/>
          </a:p>
          <a:p>
            <a:pPr algn="ctr" indent="0" marL="0">
              <a:lnSpc>
                <a:spcPts val="4752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teaches it </a:t>
            </a:r>
            <a:endParaRPr lang="en-US" sz="4400" dirty="0"/>
          </a:p>
          <a:p>
            <a:pPr algn="ctr" indent="0" marL="0">
              <a:lnSpc>
                <a:spcPts val="4752"/>
              </a:lnSpc>
              <a:buNone/>
            </a:pPr>
            <a:r>
              <a:rPr lang="en-US" sz="4400" b="1" dirty="0">
                <a:solidFill>
                  <a:srgbClr val="E7A2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people change.</a:t>
            </a:r>
            <a:endParaRPr lang="en-US" sz="4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468880"/>
            <a:ext cx="103601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968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more people grow,</a:t>
            </a:r>
            <a:endParaRPr lang="en-US" sz="4600" dirty="0"/>
          </a:p>
          <a:p>
            <a:pPr algn="ctr" indent="0" marL="0">
              <a:lnSpc>
                <a:spcPts val="4968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</a:t>
            </a:r>
            <a:endParaRPr lang="en-US" sz="4600" dirty="0"/>
          </a:p>
          <a:p>
            <a:pPr algn="ctr" indent="0" marL="0">
              <a:lnSpc>
                <a:spcPts val="4968"/>
              </a:lnSpc>
              <a:buNone/>
            </a:pPr>
            <a:r>
              <a:rPr lang="en-US" sz="4600" b="1" dirty="0">
                <a:solidFill>
                  <a:srgbClr val="35B8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smarter</a:t>
            </a:r>
            <a:pPr algn="ctr" indent="0" marL="0">
              <a:lnSpc>
                <a:spcPts val="4968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it gets.</a:t>
            </a:r>
            <a:endParaRPr lang="en-US" sz="4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36015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companion.
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9B7F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circle.
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35B8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structure.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0" y="52578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most people never had.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51276" y="685800"/>
            <a:ext cx="5486400" cy="5486400"/>
          </a:xfrm>
          <a:prstGeom prst="ellipse">
            <a:avLst/>
          </a:prstGeom>
          <a:solidFill>
            <a:srgbClr val="F2765E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651760"/>
            <a:ext cx="103601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64"/>
              </a:lnSpc>
              <a:buNone/>
            </a:pPr>
            <a:r>
              <a:rPr lang="en-US" sz="5800" b="1" dirty="0">
                <a:solidFill>
                  <a:srgbClr val="E7A2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Imagine.  </a:t>
            </a:r>
            <a:pPr algn="ctr" indent="0" marL="0">
              <a:lnSpc>
                <a:spcPts val="6264"/>
              </a:lnSpc>
              <a:buNone/>
            </a:pPr>
            <a:r>
              <a:rPr lang="en-US" sz="580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Dare.  </a:t>
            </a:r>
            <a:pPr algn="ctr" indent="0" marL="0">
              <a:lnSpc>
                <a:spcPts val="6264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Achieve.</a:t>
            </a:r>
            <a:endParaRPr lang="en-US" sz="5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2996" y="14173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14600"/>
            <a:ext cx="103601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752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“I didn't think I could</a:t>
            </a:r>
            <a:endParaRPr lang="en-US" sz="4400" dirty="0"/>
          </a:p>
          <a:p>
            <a:pPr algn="ctr" indent="0" marL="0">
              <a:lnSpc>
                <a:spcPts val="4752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stay consistent…</a:t>
            </a:r>
            <a:endParaRPr lang="en-US" sz="4400" dirty="0"/>
          </a:p>
          <a:p>
            <a:pPr algn="ctr" indent="0" marL="0">
              <a:lnSpc>
                <a:spcPts val="4752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but I actually did.”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0" y="54406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E7A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moment we build for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7276" y="2286000"/>
            <a:ext cx="914400" cy="914400"/>
          </a:xfrm>
          <a:prstGeom prst="ellipse">
            <a:avLst/>
          </a:prstGeom>
          <a:solidFill>
            <a:srgbClr val="1C1926"/>
          </a:solidFill>
          <a:ln w="15875">
            <a:solidFill>
              <a:srgbClr val="F2765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6732" y="2505456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38328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people become who they choose to be.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PushApp — Keynote</dc:title>
  <dc:subject>PptxGenJS Presentation</dc:subject>
  <dc:creator>PushApp</dc:creator>
  <cp:lastModifiedBy>PushApp</cp:lastModifiedBy>
  <cp:revision>1</cp:revision>
  <dcterms:created xsi:type="dcterms:W3CDTF">2026-07-08T08:53:55Z</dcterms:created>
  <dcterms:modified xsi:type="dcterms:W3CDTF">2026-07-08T08:53:55Z</dcterms:modified>
</cp:coreProperties>
</file>